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2194A"/>
          </a:solidFill>
          <a:ln w="12700">
            <a:solidFill>
              <a:srgbClr val="121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위험을 막아라,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탐정단!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AB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어린이 참여형 안전교육 뮤지컬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83464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8346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17320" y="283464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28346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283464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28346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283464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8346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인터랙티브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4월~ | 전국 학교·기관 방문 공연 | 공연 시간 50분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1B2A6B">
              <a:alpha val="85000"/>
            </a:srgbClr>
          </a:solidFill>
          <a:ln w="12700">
            <a:solidFill>
              <a:srgbClr val="1B2A6B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어린이 안전교육 공연단   |   문의: 담당자 이메일·전화 문의   | 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 공연은 어떤 공연인가요?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411480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91440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0" y="914400"/>
            <a:ext cx="137160" cy="3200400"/>
          </a:xfrm>
          <a:prstGeom prst="rect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73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두근두근 안전 모험 50분!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0" y="15544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아이들이 직접 탐정이 되어 화재·교통·지진 위기를 함께 해결하는 50분간의 두근두근 안전 모험입니다.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아이들이 손을 들고, 목소리를 높이고, 때로는 무대 위 잘못된 행동을 멈추게 만드는 바로 그 순간, 안전 습관은 몸속 깊이 새겨집니다.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웃음과 긴장과 감동 속에서, 우리 아이들은 스스로 영웅이 되는 경험을 합니다.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5760" y="4160520"/>
            <a:ext cx="256032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5760" y="41605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50분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645920" y="41605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 시간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0" y="4160520"/>
            <a:ext cx="256032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00400" y="41605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3가지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480560" y="41605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테마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0" y="4160520"/>
            <a:ext cx="256032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035040" y="41605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전국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315200" y="41605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공연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이런 분들께 추천합니다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97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97480" cy="502920"/>
          </a:xfrm>
          <a:prstGeom prst="rect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63040"/>
            <a:ext cx="731520" cy="731520"/>
          </a:xfrm>
          <a:prstGeom prst="ellipse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선생님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학교 선생님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원장 선생님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2907792"/>
            <a:ext cx="91440" cy="91440"/>
          </a:xfrm>
          <a:prstGeom prst="ellipse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화재·교통·지진 안전 복합 주제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10712"/>
            <a:ext cx="91440" cy="91440"/>
          </a:xfrm>
          <a:prstGeom prst="ellipse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37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번의 공연으로 의무 시수 충족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13632"/>
            <a:ext cx="91440" cy="91440"/>
          </a:xfrm>
          <a:prstGeom prst="ellipse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40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 전후 학습 변화 리포트 제공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005840"/>
            <a:ext cx="2697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005840"/>
            <a:ext cx="2697480" cy="5029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1463040"/>
            <a:ext cx="731520" cy="73152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1031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아이와 함께하는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부모님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3383280" y="2907792"/>
            <a:ext cx="91440" cy="9144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834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아이가 이야기를 직접 바꾸는 경험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3410712"/>
            <a:ext cx="91440" cy="9144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3337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탐정 수료증으로 특별한 기억 생성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3913632"/>
            <a:ext cx="91440" cy="9144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840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공연 별도 운영 (방학 시즌)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1005840"/>
            <a:ext cx="2697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1005840"/>
            <a:ext cx="2697480" cy="502920"/>
          </a:xfrm>
          <a:prstGeom prst="rect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1463040"/>
            <a:ext cx="731520" cy="731520"/>
          </a:xfrm>
          <a:prstGeom prst="ellipse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21031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공공기관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안전교육 담당자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309360" y="2907792"/>
            <a:ext cx="91440" cy="91440"/>
          </a:xfrm>
          <a:prstGeom prst="ellipse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834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인터랙티브 교육 방법론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3410712"/>
            <a:ext cx="91440" cy="91440"/>
          </a:xfrm>
          <a:prstGeom prst="ellipse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337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실질적 안전 행동 변화 유도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3913632"/>
            <a:ext cx="91440" cy="91440"/>
          </a:xfrm>
          <a:prstGeom prst="ellipse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840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교육청 공모사업 연계 지원 가능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관람 포인트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658368" cy="658368"/>
          </a:xfrm>
          <a:prstGeom prst="ellipse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0515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73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내가 선택하면 이야기가 바뀐다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인터랙티브 분기형 경험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61848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0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화재·교통 현장의 갈림길에서 탐정이 묻습니다. 아이들이 손을 들어 선택하면 무대 위 이야기가 실제로 달라집니다. 안전 판단력이 자연스럽게 훈련됩니다.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8046720" cy="0"/>
          </a:xfrm>
          <a:prstGeom prst="line">
            <a:avLst/>
          </a:prstGeom>
          <a:noFill/>
          <a:ln w="12700">
            <a:solidFill>
              <a:srgbClr val="2A3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31720"/>
            <a:ext cx="658368" cy="658368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31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331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웃으며 배우고, 수치로 확인한다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88720" y="26517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최초 교육 효과 측정 뮤지컬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89864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0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 전후 동일한 OX 안전 퀴즈로 효과를 측정합니다. 학급별 안전 인식 향상률 리포트를 선생님께 바로 제공합니다.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8046720" cy="0"/>
          </a:xfrm>
          <a:prstGeom prst="line">
            <a:avLst/>
          </a:prstGeom>
          <a:noFill/>
          <a:ln w="12700">
            <a:solidFill>
              <a:srgbClr val="2A3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11880"/>
            <a:ext cx="658368" cy="6583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118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6118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탐정 수료증을 받아 집으로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88720" y="39319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감동의 피날레와 이어지는 안전 대화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417880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0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위기를 함께 해결한 아이들에게 탐정 수료증이 수여됩니다. 수료증이 집으로 향하는 날, 부모님과 자연스러운 안전 대화가 시작됩니다.</a:t>
            </a:r>
            <a:endParaRPr lang="en-US" sz="12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914400"/>
            <a:ext cx="30175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장면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위험을 막아라, 탐정단!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오프닝: 탐정 사무소 긴급 출동!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120640" cy="320040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481328"/>
            <a:ext cx="5029200" cy="3163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0" y="1463040"/>
            <a:ext cx="3291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1463040"/>
            <a:ext cx="137160" cy="3200400"/>
          </a:xfrm>
          <a:prstGeom prst="rect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164592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활기찬 탐정 사무소에 긴급 사건 의뢰가 들어옵니다.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 탐정과 김영희 탐정이 함께 출동 준비를 시작하는 이 장면에서, 아이들은 이미 탐정의 동료가 되어 두근두근 모험 속으로 뛰어들게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장면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위험을 막아라, 탐정단!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화재 위기: 우리가 결정한다!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120640" cy="320040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481328"/>
            <a:ext cx="5029200" cy="3163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0" y="1463040"/>
            <a:ext cx="3291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1463040"/>
            <a:ext cx="137160" cy="32004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164592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화재 현장에서 탐정이 묻습니다. "어떻게 할까요?"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아이들이 손을 들어 이야기를 바꾸는 짜릿한 순간입니다. 내 선택이 무대 위 결과를 직접 만들어낸다는 경험은, 화재 대피 요령을 자연스럽게 몸에 각인시킵니다.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장면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위험을 막아라, 탐정단!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포럼 씨어터: 우리 아이가 영웅!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120640" cy="320040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481328"/>
            <a:ext cx="5029200" cy="3163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0" y="1463040"/>
            <a:ext cx="3291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1463040"/>
            <a:ext cx="137160" cy="32004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164592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무대 위에서 잘못된 행동이 반복될 때, 아이들이 자신 있게 외칩니다. "그러면 안 돼요!"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아이의 목소리 하나가 무대를 멈추게 하는 이 클라이맥스에서, 안전 지식은 지식이 아닌 신념으로 바뀝니다.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장면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위험을 막아라, 탐정단!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교통 안전: 함께 배우는 횡단보도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120640" cy="320040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481328"/>
            <a:ext cx="5029200" cy="3163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0" y="1463040"/>
            <a:ext cx="3291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1463040"/>
            <a:ext cx="137160" cy="3200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164592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신호등 앞, 올바른 교통안전 행동을 탐정들과 함께 하나씩 확인합니다.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무대에서 함께 배운 것을 내일 등굣길에서 바로 실천할 수 있도록, 장면 하나하나를 실제 상황처럼 생생하게 구성했습니다.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장면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위험을 막아라, 탐정단!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피날레: 탐정 수료증 수여!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120640" cy="320040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481328"/>
            <a:ext cx="5029200" cy="3163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0" y="1463040"/>
            <a:ext cx="3291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1463040"/>
            <a:ext cx="137160" cy="320040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164592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사건을 해결한 어린이 탐정들에게 수료증이 수여되는 감동의 순간입니다.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성취감으로 빛나는 아이들의 눈빛과 함성이 강당을 가득 채우는 이 피날레는, 공연이 끝난 후에도 오래도록 기억에 남습니다.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공연 정보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18288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 기간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96012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4월~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09928"/>
            <a:ext cx="841248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D8D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09928"/>
            <a:ext cx="18288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0992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1709928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초등학교·유치원·어린이집 강당 및 지역 문화시설 (방문 공연)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5973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59736"/>
            <a:ext cx="18288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5973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 시간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2459736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50분 (공연 전후 OX 안전 퀴즈 각 15분 별도)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209544"/>
            <a:ext cx="8412480" cy="658368"/>
          </a:xfrm>
          <a:prstGeom prst="rect">
            <a:avLst/>
          </a:prstGeom>
          <a:solidFill>
            <a:srgbClr val="F0F4FF"/>
          </a:solidFill>
          <a:ln w="12700">
            <a:solidFill>
              <a:srgbClr val="D8D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09544"/>
            <a:ext cx="18288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0954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관람 연령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3209544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유치원 ~ 초등학교 전 학년 (최적: 초등 1~4학년)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95935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959352"/>
            <a:ext cx="18288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95935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티켓 가격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3959352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학교·기관 단체: 회당 100~150만 원 / 가족 공연: 1인 15,000~20,000원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예매 및 계약 안내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2377440"/>
          </a:xfrm>
          <a:prstGeom prst="rect">
            <a:avLst/>
          </a:prstGeom>
          <a:solidFill>
            <a:srgbClr val="1E2F70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743200" cy="109728"/>
          </a:xfrm>
          <a:prstGeom prst="rect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57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학교·기관 단체 계약 문의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D0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어린이 안전교육 공연단 운영팀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D0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이메일·전화 문의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743200" cy="2377440"/>
          </a:xfrm>
          <a:prstGeom prst="rect">
            <a:avLst/>
          </a:prstGeom>
          <a:solidFill>
            <a:srgbClr val="1E2F70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97280"/>
            <a:ext cx="2743200" cy="10972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 공연 예매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D0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방학 시즌 개별 공연 일정 확정 후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D0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인터파크·네이버 예약 오픈 예정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743200" cy="2377440"/>
          </a:xfrm>
          <a:prstGeom prst="rect">
            <a:avLst/>
          </a:prstGeom>
          <a:solidFill>
            <a:srgbClr val="1E2F70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097280"/>
            <a:ext cx="2743200" cy="10972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교육청 공모사업 연계 문의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D0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학교안전교육 의무 시수 인정 가능 여부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D0D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서류 안내 제공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F5731F"/>
          </a:solidFill>
          <a:ln w="12700">
            <a:solidFill>
              <a:srgbClr val="F573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방문 공연의 경우, 일정·장소·관객 규모에 맞춘 맞춤 제안을 드립니다. 먼저 문의해 주세요!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어린이 안전교육 공연단   |   공연 문의: 담당자 이메일·전화 문의   |   공연 일정 업데이트: 공식 채널 안내 예정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위험을 막아라, 탐정단! 공연 안내</dc:title>
  <dc:subject>PptxGenJS Presentation</dc:subject>
  <dc:creator>PptxGenJS</dc:creator>
  <cp:lastModifiedBy>PptxGenJS</cp:lastModifiedBy>
  <cp:revision>1</cp:revision>
  <dcterms:created xsi:type="dcterms:W3CDTF">2026-03-09T04:37:32Z</dcterms:created>
  <dcterms:modified xsi:type="dcterms:W3CDTF">2026-03-09T04:37:32Z</dcterms:modified>
</cp:coreProperties>
</file>